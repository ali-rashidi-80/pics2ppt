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F3D2E"/>
                </a:solidFill>
                <a:latin typeface="B Nazanin"/>
              </a:rP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05050"/>
                </a:solidFill>
                <a:latin typeface="B Nazanin"/>
              </a:rPr>
              <a:t>{{</a:t>
            </a:r>
            <a:r>
              <a:rPr sz="1400">
                <a:solidFill>
                  <a:srgbClr val="505050"/>
                </a:solidFill>
                <a:latin typeface="B Nazanin"/>
              </a:rPr>
              <a:t>footer</a:t>
            </a:r>
            <a:r>
              <a:rPr sz="1400">
                <a:solidFill>
                  <a:srgbClr val="505050"/>
                </a:solidFill>
                <a:latin typeface="B Nazanin"/>
              </a:rPr>
              <a:t>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C8C8C"/>
                </a:solidFill>
              </a:rPr>
              <a:t>Pics2PPT default template — Hybrid Smart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